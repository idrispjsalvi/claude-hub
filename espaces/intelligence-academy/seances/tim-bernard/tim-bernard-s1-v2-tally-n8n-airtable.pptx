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SÉANCE 1 / 4 · TIMOTHÉ BERNARD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Bricolage Grotesque"/>
              </a:rPr>
              <a:t>Ta première démo Ylang Ylang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A000"/>
                </a:solidFill>
                <a:latin typeface="Bricolage Grotesque"/>
              </a:rPr>
              <a:t>Tally → n8n → Airtable, testé avec une vraie demande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Vendredi 9 octobre 2026 · 13h-15h · Idris Salvi</a:t>
            </a:r>
          </a:p>
        </p:txBody>
      </p:sp>
      <p:pic>
        <p:nvPicPr>
          <p:cNvPr id="9" name="Picture 8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tu m'as écrit 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j'aimerais bien qu'on voit via Webhook et qu'on fasse marcher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une vraie automatisation 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tu m'as écrit 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j'aimerais bien qu'on voit via Webhook et qu'on fasse marcher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une vraie automatisation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Ylang Ylang : site, hébergement et gestion des demandes pour artisans.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Leur problème : ils répondent tard et ne relancent jamais leurs devis.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livrable : un workflow testé avec une vraie soumission Tally.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Aujourd'hui, et plus tard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En séance : architecture, Tally, zone, Airtable, les deux mails, test réel.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En séance : on dessine la relance J+3 ensemble.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Aujourd'hui, et plus tard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En séance : architecture, Tally, zone, Airtable, les deux mails, test réel.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En séance : on dessine la relance J+3 ensemble.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Devoirs : tu construis la relance J+3 et la gestion des erreurs.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Séance 2 : le prix, et le passage de la démo à un vrai artisan.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Hors périmètre (ton choix) : l'IA pour le prix, le site web.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Chaque bloc : 5 min de théorie, puis tu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(10 min)  ·  2.  Architecture : 3 workflows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Tally → Webhook (20 min)  ·  4.  Le Switch zone (15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Chaque bloc : 5 min de théorie, puis tu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(10 min)  ·  2.  Architecture : 3 workflows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Tally → Webhook (20 min)  ·  4.  Le Switch zone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Airtable (15 min)  ·  6.  Les deux mails (20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7.  Test réel (10 min)  ·  8.  Relance J+3 et devoirs (10 min)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Quiz d'ouverture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Quatre questions sur ce que tu as vu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demande arrive à 3h du matin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Quelle URL ton formulaire Tally doit-il appeler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L'URL de test du Webhook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L'URL de production du Webhook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demande arrive à 3h du matin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Quelle URL ton formulaire Tally doit-il appeler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L'URL de test du Webhook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L'URL de production du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B : l'URL de test n'écoute que quand tu cliques sur « écouter 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production tourne seule, une fois le workflow activé.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Ton Webhook reçoit ceci en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 "code_postal": "34700"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Quelle expression lit le code postal dans le nœud suivant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{{ $json.code_postal }}        B.  {{ $json.body.code_postal 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Ton Webhook reçoit ceci en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 "code_postal": "34700"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Quelle expression lit le code postal dans le nœud suivant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{{ $json.code_postal }}        B.  {{ $json.body.code_postal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B : tout est rangé dans « body ». A renvoie du vide, sans erreur.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Et avec Tally ? Ce n'est pas si simple. Réponse dans 20 minutes.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Ta capture de la semaine dernière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Edit Fields1 et Edit Fields2 sont branchés sur la sortie 0 du Switch.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 reçoit chacun des deux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Ta capture de la semaine dernière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Edit Fields1 et Edit Fields2 sont branchés sur la sortie 0 du Switch.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 reçoit chacun des deux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même item : ton Switch n'a qu'une règle, donc une seule sortie.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Pour trier, il faut une règle par cas et un nœud par sortie.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Aucune règle du Switch ne correspond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 devient la demande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Aucune règle du Switch ne correspond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Que devient la demande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 défaut : elle est abandonnée, sans erreur. Tu ne le vois pas.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Option « Fallback Output » → « Extra Output » : une sortie de secours.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C'est exactement le cas « hors zone » qu'on va construire.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L'architecture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Un ou deux workflows ? En fait, trois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Un workflow, un déclencheur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demande arrive : c'est un événement → Webhook.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Chaque matin, on cherche les devis à relancer : c'est une heure →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 workflow plante : c'est une erreur → Error Trigger.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Un workflow, un déclencheur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demande arrive : c'est un événement → Webhook.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Chaque matin, on cherche les devis à relancer : c'est une heure →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 workflow plante : c'est une erreur → Error Trigger.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Trois déclencheurs différents = trois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Tu n'as pas à choisir : la nature du déclencheur décide pour toi.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Tes trois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Ils ne se parlent pas : ils partagent la base Airtable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Demandes
Webhook, à chaque envoi Tally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Relances
Schedule, chaque matin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Erreurs
Error Trigger, à chaque plantage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Aujourd'hui on construit « Demandes ». Les deux autres sont tes devoirs.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Ta base Airtable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À vérifier avant de toucher à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Statut : nouveau, devis envoyé, relancé, gagné, perdu.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Faut-il ajouter « hors zone » ? On le décide au bloc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Date de la demande : n8n la remplira.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Ta base Airtable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À vérifier avant de toucher à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Statut : nouveau, devis envoyé, relancé, gagné, perdu.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Faut-il ajouter « hors zone » ? On le décide au bloc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Date de la demande : n8n la remplira.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manque « Date devis envoyé » : sans elle, pas de calcul J+3.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Qui la remplit ? L'artisan, à la main, quand il envoie son devis.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Tally → Webhook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Lire les vraies données avant de les mapper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Ce que Tally envoie vraiment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 "eventType": "FORM_RESPONSE", "data": { "fields": [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{ "label": "Code postal", "value": "34700" },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{ "label": "Type de travaux", "value": ["a1b2c3"], "options": [...]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] } 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Ce que Tally envoie vraiment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 "eventType": "FORM_RESPONSE", "data": { "fields": [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{ "label": "Code postal", "value": "34700" },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{ "label": "Type de travaux", "value": ["a1b2c3"], "options": [...]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] }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réponses sont dans un tableau, pas dans des champs nommés.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Menu déroulant : value est un identifiant. Le libellé est dans options.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Brancher Tally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Partage d'écran : c'est toi qui cliques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Webhook : copie l'URL de test, clique sur « écouter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Tally → Integrations → Webhooks : colle l'URL, envoie une réponse.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Lis l'OUTPUT : où sont le code postal et le type de travaux 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Brancher Tally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Partage d'écran : c'est toi qui cliques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Webhook : copie l'URL de test, clique sur « écouter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Tally → Integrations → Webhooks : colle l'URL, envoie une réponse.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Lis l'OUTPUT : où sont le code postal et le type de travaux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Adapte ton Edit Fields : un champ propre par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$json.body.data.fields.find(f =&gt; f.label == 'Code postal').value }}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 Switch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L'artisan ne se déplace pas partout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Le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règle = une sortie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Chaque règle crée sa sortie : 0, 1, 2...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L'item sort par la première règle vraie.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Fallback Output : ce qui ne correspond à rien a sa propre sortie.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Le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Une règle = une sortie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Chaque règle crée sa sortie : 0, 1, 2...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L'item sort par la première règle vraie.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Fallback Output : ce qui ne correspond à rien a sa propre sortie.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Renomme les sorties : tu lis le workflow sans ouvrir le nœud.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Une liste de départements suffit : « commence par 34 », « 30 »...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Trier par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Règle « dans la zone » : le code postal commence par l'un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des départements de l'artisan.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Fallback → Extra Output, renommé « hors zone ».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Trier par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Règle « dans la zone » : le code postal commence par l'un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des départements de l'artisan.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Fallback → Extra Output, renommé « hors zone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À décider : que reçoit un prospect hors zone ? Un refus poli, rien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Teste les deux cas avec deux réponses Tally différentes.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Airtable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Chaque demande enregistrée, avec son statut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Airtable dans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Accès : un Personal Access Token, limité à ta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nœud : Base → Table → opération Create, puis le mapping champ par champ.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Airtable dans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Accès : un Personal Access Token, limité à ta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nœud : Base → Table → opération Create, puis le mapping champ par champ.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pièges : une date au format ISO, un Statut qui existe déjà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dans la liste d'options (sinon Airtable refuse la ligne).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$now.toISO() }}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Enregistrer la demande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Branche « dans la zone » → Airtable, Create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Mappe les champs propres de ton Edit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Statut = « nouveau », Date de la demande = maintenant.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Enregistrer la demande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Branche « dans la zone » → Airtable, Create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Mappe les champs propres de ton Edit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Statut = « nouveau », Date de la demande = maintenant.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Branche « hors zone » : selon ta décision du bloc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Vérifie la ligne dans Airtable, pas seulement dans n8n.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Les deux mails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Répondre vite, c'est ce qui fait gagner le chantier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Les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texte qui change selon la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Bonjour {{ $json.nom }}, nous avons bien reçu votre demande.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Les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texte qui change selon la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Bonjour {{ $json.nom }}, nous avons bien reçu votre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phrase qui change : condition ? si vrai : si faux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$json.type == 'Plomberie' ? 'Un plombier' : 'Un artisan'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vous rappelle sous 24 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Les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texte qui change selon la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Bonjour {{ $json.nom }}, nous avons bien reçu votre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phrase qui change : condition ? si vrai : si faux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{{ $json.type == 'Plomberie' ? 'Un plombier' : 'Un artisan'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vous rappelle sous 24 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Tout le message change selon le type : un Switch, un mail par sortie.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Accusé de réception et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Gmail au prospect : son nom, ses travaux, le délai de rappel.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Gmail à l'artisan : nom, téléphone, code postal, type, description.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Accusé de réception et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Gmail au prospect : son nom, ses travaux, le délai de rappel.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Gmail à l'artisan : nom, téléphone, code postal, type, description.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Relis-les : un artisan accepterait-il qu'ils partent à son nom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Pour la démo, tout part de ton Gmail. Le vrai expéditeur : séance 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 test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On remplit le formulaire comme un vrai client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Activer 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Inactif : seule l'URL de test marche, et seulement quand tu écoutes.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Actif : l'URL de production tourne seule, jour et nuit.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Théorie · Activer 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Inactif : seule l'URL de test marche, et seulement quand tu écoutes.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Actif : l'URL de production tourne seule, jour et nuit.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Chaque passage laisse une trace dans l'onglet Executions.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C'est là que tu iras voir si un artisan te dit « j'ai rien reçu ».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De bout en 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Active le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Dans Tally, remplace l'URL de test par celle de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Remplis le formulaire depuis ton téléphone, comme un client.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Pratique · De bout en 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Active le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Dans Tally, remplace l'URL de test par celle de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Remplis le formulaire depuis ton téléphone, comme un client.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Vérifie : Executions en vert, la ligne Airtable, les deux mails.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Ta démo est prête à être montrée.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Le workflow « Demandes 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Tally appelle l'URL de production du Webhook.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Edit Fields va chercher chaque réponse dans data.fields.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Le Switch trie par zone, le fallback attrape le hors zone.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Airtable enregistre la demande : statut « nouveau » et date.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5.  Gmail répond au prospect et prévient l'artisan.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La relance J+3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Le deuxième workflow, à construire seul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workflow « Relances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Il ne réagit à rien : il se réveille chaque matin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Schedule
chaque matin, 9h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Airtable Search
filtre par formule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Gmail
relance du prospect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Airtable Update
statut « relancé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Le statut change : la ligne sort du filtre. Pas de double relance.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La formule du filtre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Dans le champ « Filter By Formula » du nœud Airtable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AND({Statut} = "devis envoyé", {Date devis envoyé},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  DATETIME_DIFF(TODAY(), {Date devis envoyé}, 'days') &gt;= 3)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La formule du filtre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Dans le champ « Filter By Formula » du nœud Airtable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AND({Statut} = "devis envoyé", {Date devis envoyé},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    DATETIME_DIFF(TODAY(), {Date devis envoyé}, 'days') &gt;=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Pourquoi pas le nœud Airtable Trigger ? Il réagit à une ligne créée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ou modifiée. Le temps qui passe ne modifie aucune ligne.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La ligne passe à « relancé » : elle ne sera plus relancée.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la séance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Construire « Relances » et le tester avec une fausse ligne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dont la date d'envoi du devis est il y a 4 jours.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Créer « Erreurs » (Error Trigger → mail) et le choisir comme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Error Workflow dans les Settings de « Demandes ».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la séance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Construire « Relances » et le tester avec une fausse ligne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dont la date d'envoi du devis est il y a 4 jours.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Créer « Erreurs » (Error Trigger → mail) et le choisir comme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Error Workflow dans les Settings de « Demandes 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Finir le module n8n : les 3 vidéos qui restent.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Relancer Antoine pour débloquer les modules verrouillés.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Bricolage Grotesque"/>
              </a:rPr>
              <a:t>Des questions ?</a:t>
            </a:r>
          </a:p>
        </p:txBody>
      </p:sp>
      <p:pic>
        <p:nvPicPr>
          <p:cNvPr id="4" name="Picture 3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754880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